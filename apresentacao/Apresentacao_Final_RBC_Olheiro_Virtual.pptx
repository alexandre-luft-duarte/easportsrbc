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98828b126b0640f9" /><Relationship Type="http://schemas.openxmlformats.org/officeDocument/2006/relationships/extended-properties" Target="/docProps/app.xml" Id="R02cc8db13f2d4d1b" /><Relationship Type="http://schemas.openxmlformats.org/officeDocument/2006/relationships/officeDocument" Target="/ppt/presentation.xml" Id="R91a8c705bb8e4c40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c681fd688f47466d"/>
  </p:sldMasterIdLst>
  <p:notesMasterIdLst>
    <p:notesMasterId xmlns:r="http://schemas.openxmlformats.org/officeDocument/2006/relationships" r:id="Rb82fd8400e4d41fc"/>
  </p:notesMasterIdLst>
  <p:sldIdLst>
    <p:sldId xmlns:r="http://schemas.openxmlformats.org/officeDocument/2006/relationships" id="256" r:id="R5b61de32ce0246ad"/>
    <p:sldId xmlns:r="http://schemas.openxmlformats.org/officeDocument/2006/relationships" id="257" r:id="Rf0b41ec928634571"/>
    <p:sldId xmlns:r="http://schemas.openxmlformats.org/officeDocument/2006/relationships" id="258" r:id="R0d699a7fba9c49b3"/>
    <p:sldId xmlns:r="http://schemas.openxmlformats.org/officeDocument/2006/relationships" id="259" r:id="R89089a61dcd142e8"/>
    <p:sldId xmlns:r="http://schemas.openxmlformats.org/officeDocument/2006/relationships" id="260" r:id="R1c932b58f35f4c96"/>
    <p:sldId xmlns:r="http://schemas.openxmlformats.org/officeDocument/2006/relationships" id="261" r:id="Ra9da484cdbec4791"/>
    <p:sldId xmlns:r="http://schemas.openxmlformats.org/officeDocument/2006/relationships" id="262" r:id="R943cda3343f2442a"/>
    <p:sldId xmlns:r="http://schemas.openxmlformats.org/officeDocument/2006/relationships" id="263" r:id="R9ef8ee5b52c14e1e"/>
    <p:sldId xmlns:r="http://schemas.openxmlformats.org/officeDocument/2006/relationships" id="264" r:id="R7e55c7c24c6e49a9"/>
    <p:sldId xmlns:r="http://schemas.openxmlformats.org/officeDocument/2006/relationships" id="265" r:id="R8ea653290d3a49c6"/>
    <p:sldId xmlns:r="http://schemas.openxmlformats.org/officeDocument/2006/relationships" id="266" r:id="R65697bd4f73a4c48"/>
    <p:sldId xmlns:r="http://schemas.openxmlformats.org/officeDocument/2006/relationships" id="267" r:id="R7240caeec8d84f8b"/>
  </p:sldIdLst>
  <p:sldSz cx="15240000" cy="85725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96b6be6863da4930" /><Relationship Type="http://schemas.openxmlformats.org/officeDocument/2006/relationships/slideMaster" Target="/ppt/slideMasters/slideMaster1.xml" Id="Rc681fd688f47466d" /><Relationship Type="http://schemas.openxmlformats.org/officeDocument/2006/relationships/notesMaster" Target="/ppt/notesMasters/notesMaster1.xml" Id="Rb82fd8400e4d41fc" /><Relationship Type="http://schemas.openxmlformats.org/officeDocument/2006/relationships/presProps" Target="/ppt/presProps.xml" Id="Rab20103225b94f0c" /><Relationship Type="http://schemas.openxmlformats.org/officeDocument/2006/relationships/tableStyles" Target="/ppt/tableStyles.xml" Id="R8b1d8963561a4b5f" /><Relationship Type="http://schemas.openxmlformats.org/officeDocument/2006/relationships/slide" Target="/ppt/slides/slide1.xml" Id="R5b61de32ce0246ad" /><Relationship Type="http://schemas.openxmlformats.org/officeDocument/2006/relationships/slide" Target="/ppt/slides/slide2.xml" Id="Rf0b41ec928634571" /><Relationship Type="http://schemas.openxmlformats.org/officeDocument/2006/relationships/slide" Target="/ppt/slides/slide3.xml" Id="R0d699a7fba9c49b3" /><Relationship Type="http://schemas.openxmlformats.org/officeDocument/2006/relationships/slide" Target="/ppt/slides/slide4.xml" Id="R89089a61dcd142e8" /><Relationship Type="http://schemas.openxmlformats.org/officeDocument/2006/relationships/slide" Target="/ppt/slides/slide5.xml" Id="R1c932b58f35f4c96" /><Relationship Type="http://schemas.openxmlformats.org/officeDocument/2006/relationships/slide" Target="/ppt/slides/slide6.xml" Id="Ra9da484cdbec4791" /><Relationship Type="http://schemas.openxmlformats.org/officeDocument/2006/relationships/slide" Target="/ppt/slides/slide7.xml" Id="R943cda3343f2442a" /><Relationship Type="http://schemas.openxmlformats.org/officeDocument/2006/relationships/slide" Target="/ppt/slides/slide8.xml" Id="R9ef8ee5b52c14e1e" /><Relationship Type="http://schemas.openxmlformats.org/officeDocument/2006/relationships/slide" Target="/ppt/slides/slide9.xml" Id="R7e55c7c24c6e49a9" /><Relationship Type="http://schemas.openxmlformats.org/officeDocument/2006/relationships/slide" Target="/ppt/slides/slide10.xml" Id="R8ea653290d3a49c6" /><Relationship Type="http://schemas.openxmlformats.org/officeDocument/2006/relationships/slide" Target="/ppt/slides/slide11.xml" Id="R65697bd4f73a4c48" /><Relationship Type="http://schemas.openxmlformats.org/officeDocument/2006/relationships/slide" Target="/ppt/slides/slide12.xml" Id="R7240caeec8d84f8b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8b5d9541b3bb41fd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cfb5417730e84c2c" /><Relationship Type="http://schemas.openxmlformats.org/officeDocument/2006/relationships/notesMaster" Target="/ppt/notesMasters/notesMaster1.xml" Id="Ra9bc0a2a4ae742e9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8fd867b00e1e43a9" /><Relationship Type="http://schemas.openxmlformats.org/officeDocument/2006/relationships/notesMaster" Target="/ppt/notesMasters/notesMaster1.xml" Id="R424aa705d06e436e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3976a5923a4e4d21" /><Relationship Type="http://schemas.openxmlformats.org/officeDocument/2006/relationships/notesMaster" Target="/ppt/notesMasters/notesMaster1.xml" Id="R544fcd2101154339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566f4fb14259495e" /><Relationship Type="http://schemas.openxmlformats.org/officeDocument/2006/relationships/notesMaster" Target="/ppt/notesMasters/notesMaster1.xml" Id="Rb961baaee3464ffb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bcfba6d02f614358" /><Relationship Type="http://schemas.openxmlformats.org/officeDocument/2006/relationships/notesMaster" Target="/ppt/notesMasters/notesMaster1.xml" Id="Rb85e6b6457274615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cbf8d90ebdbc45ff" /><Relationship Type="http://schemas.openxmlformats.org/officeDocument/2006/relationships/notesMaster" Target="/ppt/notesMasters/notesMaster1.xml" Id="R0f7bf15f046a43e9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bdac0d51dde14253" /><Relationship Type="http://schemas.openxmlformats.org/officeDocument/2006/relationships/notesMaster" Target="/ppt/notesMasters/notesMaster1.xml" Id="R1a5b91dcef614e71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25d7fbf16be843d6" /><Relationship Type="http://schemas.openxmlformats.org/officeDocument/2006/relationships/notesMaster" Target="/ppt/notesMasters/notesMaster1.xml" Id="Re3f7cc94fc4f403a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6024d9854fe64103" /><Relationship Type="http://schemas.openxmlformats.org/officeDocument/2006/relationships/notesMaster" Target="/ppt/notesMasters/notesMaster1.xml" Id="R84a462e2e6804248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4755124f1bfb4367" /><Relationship Type="http://schemas.openxmlformats.org/officeDocument/2006/relationships/notesMaster" Target="/ppt/notesMasters/notesMaster1.xml" Id="R89f7fe4ef81046a1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e50be097cbf94ae1" /><Relationship Type="http://schemas.openxmlformats.org/officeDocument/2006/relationships/notesMaster" Target="/ppt/notesMasters/notesMaster1.xml" Id="Re6aa1fe9bc1f46b4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ca3daffc6821431e" /><Relationship Type="http://schemas.openxmlformats.org/officeDocument/2006/relationships/notesMaster" Target="/ppt/notesMasters/notesMaster1.xml" Id="R30fd3446b4964b40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/home/henn/Documents/GitHub/easportsrbc/apresentacao/Olheiro_Virtual_Apresentacao.html</a:t>
            </a:r>
          </a:p>
          <a:p xmlns:a="http://schemas.openxmlformats.org/drawingml/2006/main">
            <a:r>
              <a:t>- /home/henn/Documents/GitHub/easportsrbc/rbc/config.py</a:t>
            </a:r>
          </a:p>
          <a:p xmlns:a="http://schemas.openxmlformats.org/drawingml/2006/main">
            <a:r>
              <a:t>- /home/henn/Documents/GitHub/easportsrbc/rbc/similaridade.py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/home/henn/Documents/GitHub/easportsrbc/apresentacao/Olheiro_Virtual_Apresentacao.html</a:t>
            </a:r>
          </a:p>
          <a:p xmlns:a="http://schemas.openxmlformats.org/drawingml/2006/main">
            <a:r>
              <a:t>- /home/henn/Documents/GitHub/easportsrbc/rbc/config.py</a:t>
            </a:r>
          </a:p>
          <a:p xmlns:a="http://schemas.openxmlformats.org/drawingml/2006/main">
            <a:r>
              <a:t>- /home/henn/Documents/GitHub/easportsrbc/rbc/similaridade.py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/home/henn/Documents/GitHub/easportsrbc/apresentacao/Olheiro_Virtual_Apresentacao.html</a:t>
            </a:r>
          </a:p>
          <a:p xmlns:a="http://schemas.openxmlformats.org/drawingml/2006/main">
            <a:r>
              <a:t>- /home/henn/Documents/GitHub/easportsrbc/rbc/config.py</a:t>
            </a:r>
          </a:p>
          <a:p xmlns:a="http://schemas.openxmlformats.org/drawingml/2006/main">
            <a:r>
              <a:t>- /home/henn/Documents/GitHub/easportsrbc/rbc/similaridade.py</a:t>
            </a:r>
          </a:p>
          <a:p xmlns:a="http://schemas.openxmlformats.org/drawingml/2006/main">
            <a:r>
              <a:t>- https://www.kaggle.com/datasets/stefanoleone992/fifa-22-complete-player-dataset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/home/henn/Documents/GitHub/easportsrbc/apresentacao/Olheiro_Virtual_Apresentacao.html</a:t>
            </a:r>
          </a:p>
          <a:p xmlns:a="http://schemas.openxmlformats.org/drawingml/2006/main">
            <a:r>
              <a:t>- /home/henn/Documents/GitHub/easportsrbc/rbc/config.py</a:t>
            </a:r>
          </a:p>
          <a:p xmlns:a="http://schemas.openxmlformats.org/drawingml/2006/main">
            <a:r>
              <a:t>- /home/henn/Documents/GitHub/easportsrbc/rbc/similaridade.py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/home/henn/Documents/GitHub/easportsrbc/apresentacao/Olheiro_Virtual_Apresentacao.html</a:t>
            </a:r>
          </a:p>
          <a:p xmlns:a="http://schemas.openxmlformats.org/drawingml/2006/main">
            <a:r>
              <a:t>- /home/henn/Documents/GitHub/easportsrbc/rbc/config.py</a:t>
            </a:r>
          </a:p>
          <a:p xmlns:a="http://schemas.openxmlformats.org/drawingml/2006/main">
            <a:r>
              <a:t>- /home/henn/Documents/GitHub/easportsrbc/rbc/similaridade.py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/home/henn/Documents/GitHub/easportsrbc/apresentacao/Olheiro_Virtual_Apresentacao.html</a:t>
            </a:r>
          </a:p>
          <a:p xmlns:a="http://schemas.openxmlformats.org/drawingml/2006/main">
            <a:r>
              <a:t>- /home/henn/Documents/GitHub/easportsrbc/rbc/config.py</a:t>
            </a:r>
          </a:p>
          <a:p xmlns:a="http://schemas.openxmlformats.org/drawingml/2006/main">
            <a:r>
              <a:t>- /home/henn/Documents/GitHub/easportsrbc/rbc/similaridade.py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/home/henn/Documents/GitHub/easportsrbc/apresentacao/Olheiro_Virtual_Apresentacao.html</a:t>
            </a:r>
          </a:p>
          <a:p xmlns:a="http://schemas.openxmlformats.org/drawingml/2006/main">
            <a:r>
              <a:t>- /home/henn/Documents/GitHub/easportsrbc/rbc/config.py</a:t>
            </a:r>
          </a:p>
          <a:p xmlns:a="http://schemas.openxmlformats.org/drawingml/2006/main">
            <a:r>
              <a:t>- /home/henn/Documents/GitHub/easportsrbc/rbc/similaridade.py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/home/henn/Documents/GitHub/easportsrbc/apresentacao/Olheiro_Virtual_Apresentacao.html</a:t>
            </a:r>
          </a:p>
          <a:p xmlns:a="http://schemas.openxmlformats.org/drawingml/2006/main">
            <a:r>
              <a:t>- /home/henn/Documents/GitHub/easportsrbc/rbc/config.py</a:t>
            </a:r>
          </a:p>
          <a:p xmlns:a="http://schemas.openxmlformats.org/drawingml/2006/main">
            <a:r>
              <a:t>- /home/henn/Documents/GitHub/easportsrbc/rbc/similaridade.py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/home/henn/Documents/GitHub/easportsrbc/apresentacao/Olheiro_Virtual_Apresentacao.html</a:t>
            </a:r>
          </a:p>
          <a:p xmlns:a="http://schemas.openxmlformats.org/drawingml/2006/main">
            <a:r>
              <a:t>- /home/henn/Documents/GitHub/easportsrbc/rbc/config.py</a:t>
            </a:r>
          </a:p>
          <a:p xmlns:a="http://schemas.openxmlformats.org/drawingml/2006/main">
            <a:r>
              <a:t>- /home/henn/Documents/GitHub/easportsrbc/rbc/similaridade.py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/home/henn/Documents/GitHub/easportsrbc/apresentacao/Olheiro_Virtual_Apresentacao.html</a:t>
            </a:r>
          </a:p>
          <a:p xmlns:a="http://schemas.openxmlformats.org/drawingml/2006/main">
            <a:r>
              <a:t>- /home/henn/Documents/GitHub/easportsrbc/rbc/config.py</a:t>
            </a:r>
          </a:p>
          <a:p xmlns:a="http://schemas.openxmlformats.org/drawingml/2006/main">
            <a:r>
              <a:t>- /home/henn/Documents/GitHub/easportsrbc/rbc/similaridade.py</a:t>
            </a:r>
          </a:p>
          <a:p xmlns:a="http://schemas.openxmlformats.org/drawingml/2006/main">
            <a:r>
              <a:t>- /home/henn/Documents/GitHub/easportsrbc/rbc/ciclo/r4_retencao.py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/home/henn/Documents/GitHub/easportsrbc/apresentacao/Olheiro_Virtual_Apresentacao.html</a:t>
            </a:r>
          </a:p>
          <a:p xmlns:a="http://schemas.openxmlformats.org/drawingml/2006/main">
            <a:r>
              <a:t>- /home/henn/Documents/GitHub/easportsrbc/rbc/config.py</a:t>
            </a:r>
          </a:p>
          <a:p xmlns:a="http://schemas.openxmlformats.org/drawingml/2006/main">
            <a:r>
              <a:t>- /home/henn/Documents/GitHub/easportsrbc/rbc/similaridade.py</a:t>
            </a:r>
          </a:p>
          <a:p xmlns:a="http://schemas.openxmlformats.org/drawingml/2006/main">
            <a:r>
              <a:t>- /home/henn/Documents/GitHub/easportsrbc/data/players_22.csv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/home/henn/Documents/GitHub/easportsrbc/apresentacao/Olheiro_Virtual_Apresentacao.html</a:t>
            </a:r>
          </a:p>
          <a:p xmlns:a="http://schemas.openxmlformats.org/drawingml/2006/main">
            <a:r>
              <a:t>- /home/henn/Documents/GitHub/easportsrbc/rbc/config.py</a:t>
            </a:r>
          </a:p>
          <a:p xmlns:a="http://schemas.openxmlformats.org/drawingml/2006/main">
            <a:r>
              <a:t>- /home/henn/Documents/GitHub/easportsrbc/rbc/similaridade.py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f468e34062b4398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d4e2511621e94a93" /><Relationship Type="http://schemas.openxmlformats.org/officeDocument/2006/relationships/slideLayout" Target="/ppt/slideLayouts/slideLayout1.xml" Id="R78103e93209d45ee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78103e93209d45ee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d7d2dca46fc4c1f" /><Relationship Type="http://schemas.openxmlformats.org/officeDocument/2006/relationships/image" Target="/ppt/media/image.png" Id="Rb9c80f46f30a4eb3" /><Relationship Type="http://schemas.openxmlformats.org/officeDocument/2006/relationships/notesSlide" Target="/ppt/notesSlides/notesSlide1.xml" Id="R06ba612edd9d4a82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1c815a12db14f73" /><Relationship Type="http://schemas.openxmlformats.org/officeDocument/2006/relationships/image" Target="/ppt/media/image2.png" Id="R2a0c5259789f4ad4" /><Relationship Type="http://schemas.openxmlformats.org/officeDocument/2006/relationships/notesSlide" Target="/ppt/notesSlides/notesSlide2.xml" Id="Ra339b693626342ca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e588d315e67449e" /><Relationship Type="http://schemas.openxmlformats.org/officeDocument/2006/relationships/image" Target="/ppt/media/image3.png" Id="Ra995922181214b6c" /><Relationship Type="http://schemas.openxmlformats.org/officeDocument/2006/relationships/notesSlide" Target="/ppt/notesSlides/notesSlide3.xml" Id="Rf202665fcf7f4729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88001bcf4c24341" /><Relationship Type="http://schemas.openxmlformats.org/officeDocument/2006/relationships/image" Target="/ppt/media/image4.png" Id="Rb07091c9a7b44f5e" /><Relationship Type="http://schemas.openxmlformats.org/officeDocument/2006/relationships/notesSlide" Target="/ppt/notesSlides/notesSlide4.xml" Id="R8328fb55a52b4063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115159f075441b1" /><Relationship Type="http://schemas.openxmlformats.org/officeDocument/2006/relationships/image" Target="/ppt/media/image5.png" Id="R460e5c221d4f423d" /><Relationship Type="http://schemas.openxmlformats.org/officeDocument/2006/relationships/notesSlide" Target="/ppt/notesSlides/notesSlide5.xml" Id="R0960a25d695f4b6e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7916d9b3fe84286" /><Relationship Type="http://schemas.openxmlformats.org/officeDocument/2006/relationships/image" Target="/ppt/media/image6.png" Id="R3c1e9898d95744b5" /><Relationship Type="http://schemas.openxmlformats.org/officeDocument/2006/relationships/notesSlide" Target="/ppt/notesSlides/notesSlide6.xml" Id="Rd17decfcd68244de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2005609e79d4bec" /><Relationship Type="http://schemas.openxmlformats.org/officeDocument/2006/relationships/image" Target="/ppt/media/image7.png" Id="Rface9202ecea49e5" /><Relationship Type="http://schemas.openxmlformats.org/officeDocument/2006/relationships/notesSlide" Target="/ppt/notesSlides/notesSlide7.xml" Id="Rcd097937730c45e7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ec015ca6c7d4e21" /><Relationship Type="http://schemas.openxmlformats.org/officeDocument/2006/relationships/image" Target="/ppt/media/image8.png" Id="Rb9ed86b7e074493f" /><Relationship Type="http://schemas.openxmlformats.org/officeDocument/2006/relationships/notesSlide" Target="/ppt/notesSlides/notesSlide8.xml" Id="Ra0ef39ee7069417c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03eb0674f534732" /><Relationship Type="http://schemas.openxmlformats.org/officeDocument/2006/relationships/image" Target="/ppt/media/image9.png" Id="Rc6f1fc92efb147a4" /><Relationship Type="http://schemas.openxmlformats.org/officeDocument/2006/relationships/notesSlide" Target="/ppt/notesSlides/notesSlide9.xml" Id="Rdee1089d4b8149c0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99ae654fa5b440e" /><Relationship Type="http://schemas.openxmlformats.org/officeDocument/2006/relationships/image" Target="/ppt/media/image10.png" Id="Rdad18122f3ac489f" /><Relationship Type="http://schemas.openxmlformats.org/officeDocument/2006/relationships/notesSlide" Target="/ppt/notesSlides/notesSlide10.xml" Id="Rf09331c127b943b4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d019783e72440de" /><Relationship Type="http://schemas.openxmlformats.org/officeDocument/2006/relationships/image" Target="/ppt/media/image11.png" Id="R5c7854e3b23d4dea" /><Relationship Type="http://schemas.openxmlformats.org/officeDocument/2006/relationships/notesSlide" Target="/ppt/notesSlides/notesSlide11.xml" Id="Ra4fd7d824fc143d2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6f2f383dfdc4788" /><Relationship Type="http://schemas.openxmlformats.org/officeDocument/2006/relationships/image" Target="/ppt/media/image12.png" Id="R01051226945347fe" /><Relationship Type="http://schemas.openxmlformats.org/officeDocument/2006/relationships/notesSlide" Target="/ppt/notesSlides/notesSlide12.xml" Id="Ra7d842a148da4afc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9c80f46f30a4eb3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49190813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a0c5259789f4ad4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46199086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995922181214b6c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41332366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07091c9a7b44f5e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94713565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60e5c221d4f423d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11951100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c1e9898d95744b5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00384688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ace9202ecea49e5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86939180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9ed86b7e074493f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39007046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6f1fc92efb147a4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04873029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ad18122f3ac489f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62579274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c7854e3b23d4dea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62450005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1051226945347fe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82935423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2026-08-26T23:09:45.0800000Z</dcterms:created>
  <dcterms:modified xsi:type="dcterms:W3CDTF">2026-08-26T23:09:45.0800000Z</dcterms:modified>
</coreProperties>
</file>